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各位评委好，我们带来的项目叫"城知"，是一个川渝文化IP对话式文旅Agent。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它把川渝9座城市分别拟人格化接待官，游客像聊天一样提问，系统会自动识别城市、转接对应IP，并实时调用天气、知识库、联网搜索等工具给出靠谱的行程建议。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今天演示重点是三个亮点：AI自动城市转接、非遗互动馆、以及刚完成的一键团建方案生成。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川渝是顶流文旅目的地，但游客做攻略其实很累：信息散、模板化、到了才踩坑。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我们的判断是，游客要的不是"又一份攻略"，而是一个懂本地、能实时查、会按自己情况调整的对话伙伴。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城知就从这个切口切入。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整个系统是两层 IP 架构：上面是川川、渝渝两个省级接待官，负责总览和路由。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下面是 8 个城市 IP，每个都有独立人设、口头禅和知识库。用户说哪座城，系统自动转接过去，不用手动选。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这张表就是我们的 IP 矩阵。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这是我们第一个技术决策：城市转接用关键词规则，不用大模型判断。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用户一句话进来，系统先扫关键词，命中乐山就立刻发一个 transfer 事件，前端自动把头像和人设切成山山，并把乐山知识库注入上下文。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好处是零成本、毫秒级、不抽风，比赛现场很稳。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非遗这一块我们没有做成死板的图文介绍，而是做成了一个可以点的九宫格。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9 项国家级非遗，每项配一个纯 CSS 的小互动：变脸点一下换脸谱、龙灯逐个点亮、号子波纹跳动。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玩腻了点"问问AI"，就直接带着这个非遗名称进入和对应城市IP的对话，形成从体验到深聊的闭环。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这是本次开发刚完成的功能。顶栏点"团建方案"弹出表单，HR 填城市、人数、日期、预算、偏好。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提交后系统自动拼成结构化指令，走原来的 ReAct 流程，自己去查景点门票、天气、最新玩法，然后给出完整方案：每日行程、预算明细、团建互动环节、雨天备选、避坑提醒。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技术上它复用了已有的流式通道，后端零改动，纯前端接入，是我们工程上"快速迭代"的一个例子。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这是整体架构，分五层：前端、FastAPI、Agent、工具、模型存储。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关键取舍是：比赛 MVP 不上 PostgreSQL、Docker、Redis，更不上向量库，SQLite 单文件双击就能跑。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知识库也是按城市路由整个 Markdown 文件，不做向量检索，够用、稳定、好调试。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这是我们彩排过的 3 分钟演示脚本，六步走。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重点秀三个：自动转接、非遗互动、团建方案；最后用导出收尾，展示对话是持久化的。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提醒一句：演示前先硬刷新，避免旧 JS 缓存导致转接不生效。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总结一下：城知把川渝 9 座城市拟成 10 个接待官，用对话完成从问答到行程到团建的闭环。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技术上我们坚持轻量可控，规则路由加 ReAct，比赛现场稳定可演示。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这是我们下一步想做的方向。谢谢各位评委，请批评指正。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A3A4A">
                <a:alpha val="100000"/>
              </a:srgbClr>
            </a:gs>
            <a:gs pos="100000">
              <a:srgbClr val="2D6A4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540000"/>
            <a:ext cx="812800" cy="8128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40000"/>
            <a:ext cx="812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159000" y="23876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城知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184400" y="35306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川渝文化IP对话系统 · AI文旅Agent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9635" flipH="false" flipV="false">
            <a:off x="1066827" y="4565650"/>
            <a:ext cx="147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66800" y="48260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9 城 IP 拟人接待官 ｜ AI 自动城市转接 ｜ 非遗互动馆 ｜ 一键团建方案生成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5969000"/>
            <a:ext cx="1016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FastAPI · SSE 流式 · SQLite · DeepSeek · ReAct 多工具调度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1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A3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川渝文旅很火，游客决策却很累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1619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431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传统攻略的三个痛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667000"/>
            <a:ext cx="101600" cy="1016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540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信息散落在十几个平台，小红书、大众点评、马蜂窝来回切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683000"/>
            <a:ext cx="101600" cy="1016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3556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攻略千人一面，不关心你是几个人、什么预算、几天行程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699000"/>
            <a:ext cx="101600" cy="1016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4572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到了当地才发现：门票涨价、景点闭馆、天气下雨、排队长龙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86777" flipH="false" flipV="false">
            <a:off x="4445000" y="3803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4AFA5">
                <a:alpha val="10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858000" y="2032000"/>
            <a:ext cx="431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6A4F"/>
                </a:solidFill>
                <a:latin typeface="Noto Sans SC"/>
                <a:ea typeface="Noto Sans SC"/>
                <a:cs typeface="Noto Sans SC"/>
                <a:sym typeface="Noto Sans SC"/>
              </a:rPr>
              <a:t>城知的三个解法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2667000"/>
            <a:ext cx="101600" cy="101600"/>
          </a:xfrm>
          <a:prstGeom prst="roundRect">
            <a:avLst>
              <a:gd name="adj" fmla="val 0"/>
            </a:avLst>
          </a:prstGeom>
          <a:solidFill>
            <a:srgbClr val="2D6A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0" y="2540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一个对话入口：9 座城市拟人接待官，像本地朋友一样聊天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58000" y="3683000"/>
            <a:ext cx="101600" cy="101600"/>
          </a:xfrm>
          <a:prstGeom prst="roundRect">
            <a:avLst>
              <a:gd name="adj" fmla="val 0"/>
            </a:avLst>
          </a:prstGeom>
          <a:solidFill>
            <a:srgbClr val="2D6A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12000" y="3556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听懂人数、预算、天数、偏好，直接出可落地的定制行程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58000" y="4699000"/>
            <a:ext cx="101600" cy="101600"/>
          </a:xfrm>
          <a:prstGeom prst="roundRect">
            <a:avLst>
              <a:gd name="adj" fmla="val 0"/>
            </a:avLst>
          </a:prstGeom>
          <a:solidFill>
            <a:srgbClr val="2D6A4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12000" y="4572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实时调天气、门票、路况、联网搜索，出发前就替你避坑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1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3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10 个川渝 IP，一个接待网络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1492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省级接待官负责总览与路由，城市 IP 负责本地化深度解答，说哪座城就自动切到谁。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1524000"/>
                <a:gridCol w="2032000"/>
                <a:gridCol w="45720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3A4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IP 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3A4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城市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3A4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人设定位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3A4A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省级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2D6A4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川川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四川省级接待官，川普，口头禅"要得"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省级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C039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渝渝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重庆妹子，热情直爽，口头禅"巴适得板"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城市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蓉蓉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休闲之都，美食熊猫，"耍安逸"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城市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山山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乐山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大佛峨眉山，甜皮鸭钵钵鸡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城市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宜宾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五粮液、蜀南竹海、李庄古镇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城市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苏苏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眉山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东坡故里，三苏祠、东坡美食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城市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绵宝 / 充充 / 灯灯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绵阳 / 南充 / 自贡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科技城 · 阆中古城 · 恐龙灯会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1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3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亮点一：AI 自动城市转接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1492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① 用户自然输入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76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"去乐山吃跷脚牛肉，两天"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68745" flipH="false" flipV="false">
            <a:off x="3937063" y="28511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D6A4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4762500" y="2032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② 规则关键词命中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762500" y="2476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命中"乐山 / 跷脚牛肉"→ 定位 leshan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68745" flipH="false" flipV="false">
            <a:off x="7683563" y="28511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D6A4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509000" y="2032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③ SSE 事件自动转接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509000" y="2476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切头像、切人设、注入城市知识库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405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3B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38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D6A4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为什么用规则，而不是让大模型判断？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8895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零 token 成本，毫秒级响应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规则可解释、可调试、不抽风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889500"/>
            <a:ext cx="495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9 城关键词表维护即可，新城市 5 分钟接入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LLM 专注内容生成，不消耗在路由上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1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3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亮点二：川渝非遗互动馆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1492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顶栏一键打开九宫格，每项非遗都能"动手玩"，再一键转 AI 深聊。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6A4F"/>
                </a:solidFill>
                <a:latin typeface="Noto Sans SC"/>
                <a:ea typeface="Noto Sans SC"/>
                <a:cs typeface="Noto Sans SC"/>
                <a:sym typeface="Noto Sans SC"/>
              </a:rPr>
              <a:t>已收录 9 项国家级非遗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857500"/>
            <a:ext cx="4826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川剧变脸 ｜ 蜀绣 ｜ 蜀锦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川江号子 ｜ 铜梁龙舞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青神竹编 ｜ 自贡扎染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荣昌折扇 ｜ 羌年</a:t>
            </a:r>
          </a:p>
        </p:txBody>
      </p:sp>
      <p:cxnSp>
        <p:nvCxnSpPr>
          <p:cNvPr name="Connector 7" id="7"/>
          <p:cNvCxnSpPr/>
          <p:nvPr/>
        </p:nvCxnSpPr>
        <p:spPr>
          <a:xfrm rot="5387937" flipH="false" flipV="false">
            <a:off x="4413250" y="4152911"/>
            <a:ext cx="361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3B9">
                <a:alpha val="10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604000" y="2349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每件都是可玩的小互动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921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变脸：点一下换脸谱颜色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3619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龙灯：逐个点亮一整串灯笼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4318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号子：波纹随节奏起伏；扎染：染料在布上晕开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5207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D6A4F"/>
                </a:solidFill>
                <a:latin typeface="Noto Sans SC"/>
                <a:ea typeface="Noto Sans SC"/>
                <a:cs typeface="Noto Sans SC"/>
                <a:sym typeface="Noto Sans SC"/>
              </a:rPr>
              <a:t>玩完点"问问 AI"，直接转成深度讲解对话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1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112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3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亮点三：一键团建方案生成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1492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HR 填一张表，系统自动调工具出方案——从"去哪玩"到"多少钱"一次说清。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用户只需填这几项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4826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目的地城市（9 城可选）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人数 / 出行日期 / 天数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人均预算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团建偏好（户外/美食/文化/亲子…）</a:t>
            </a:r>
          </a:p>
        </p:txBody>
      </p:sp>
      <p:cxnSp>
        <p:nvCxnSpPr>
          <p:cNvPr name="Connector 7" id="7"/>
          <p:cNvCxnSpPr/>
          <p:nvPr/>
        </p:nvCxnSpPr>
        <p:spPr>
          <a:xfrm rot="5388145" flipH="false" flipV="false">
            <a:off x="4254500" y="4121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3B9">
                <a:alpha val="10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477000" y="2286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6A4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系统自动做这些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794000"/>
            <a:ext cx="4826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调 scenic 查景点门票、weather 查天气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调 knowledge + web_search 找最新团建玩法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输出：每日行程 / 预算明细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· 团队互动环节 / 雨天备选 / 避坑提醒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6159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本次比赛前新完成：表单复用现有 SSE 流式通道，后端零改动，纯前端接入。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1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3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技术架构：轻量 MVP，一个文件就能跑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778000"/>
            <a:ext cx="165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921000" y="1778000"/>
            <a:ext cx="825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单文件前端 index.html ｜ 三栏布局 ｜ SSE 打字机流式 ｜ 非遗馆 / 团建表单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2343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CD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165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2540000"/>
            <a:ext cx="825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 :8000 ｜ SSE 流式接口 ｜ 历史 / 重置 / IP 路由 REST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310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CD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302000"/>
            <a:ext cx="165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21000" y="3302000"/>
            <a:ext cx="825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ReAct 循环 ｜ 关键词城市识别 ｜ should_reset 规则 ｜ 上下文裁剪最近 10 轮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386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CD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064000"/>
            <a:ext cx="165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21000" y="4064000"/>
            <a:ext cx="825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weather ｜ traffic ｜ knowledge ｜ web_search ｜ scenic（已扩到 9 城）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4297" flipH="false" flipV="false">
            <a:off x="1016004" y="462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CDC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016000" y="4826000"/>
            <a:ext cx="165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0392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模型/存储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921000" y="4826000"/>
            <a:ext cx="825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DeepSeek（OpenAI 兼容）｜ SQLite 单文件持久化 ｜ 9 份城市知识库 Markdown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651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D6A4F"/>
                </a:solidFill>
                <a:latin typeface="Noto Sans SC"/>
                <a:ea typeface="Noto Sans SC"/>
                <a:cs typeface="Noto Sans SC"/>
                <a:sym typeface="Noto Sans SC"/>
              </a:rPr>
              <a:t>比赛 MVP 取舍：不上 PostgreSQL / Docker / Redis / 向量库，单机双击 start.bat 即可演示。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1E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1A3A4A"/>
                </a:solidFill>
                <a:latin typeface="Noto Serif SC"/>
                <a:ea typeface="Noto Serif SC"/>
                <a:cs typeface="Noto Serif SC"/>
                <a:sym typeface="Noto Serif SC"/>
              </a:rPr>
              <a:t>现场演示脚本（约 3 分钟）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76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392B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19050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开场：双击 start.bat，打开三栏主界面，介绍 10 个 IP 矩阵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76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392B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25400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自动转接：输入"成都有什么好吃的"，看头像/人设自动切成蓉蓉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76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392B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51000" y="31750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工具调用：追问"明天乐山天气"，展示 weather 工具实时返回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810000"/>
            <a:ext cx="76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392B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51000" y="38100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非遗馆：打开九宫格，点川剧变脸"换脸"，再点"问问AI"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445000"/>
            <a:ext cx="76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392B"/>
                </a:solidFill>
                <a:latin typeface="Noto Serif SC"/>
                <a:ea typeface="Noto Serif SC"/>
                <a:cs typeface="Noto Serif SC"/>
                <a:sym typeface="Noto Serif SC"/>
              </a:rPr>
              <a:t>5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651000" y="44450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团建方案：点"团建方案"填表，现场生成带预算明细的完整方案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080000"/>
            <a:ext cx="76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392B"/>
                </a:solidFill>
                <a:latin typeface="Noto Serif SC"/>
                <a:ea typeface="Noto Serif SC"/>
                <a:cs typeface="Noto Serif SC"/>
                <a:sym typeface="Noto Serif SC"/>
              </a:rPr>
              <a:t>6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51000" y="5080000"/>
            <a:ext cx="977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收尾：点"导出"下载对话 Markdown，说明刷新后历史仍在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969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演示前准备：先 Ctrl+F5 硬刷新前端，避免 transfer 旧 JS 缓存；确认网络可访问 DeepSeek。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3A4A">
                <a:alpha val="100000"/>
              </a:srgbClr>
            </a:gs>
            <a:gs pos="100000">
              <a:srgbClr val="2D6A4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397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让川渝文化，被一次对话打开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29635" flipH="false" flipV="false">
            <a:off x="1066827" y="2279650"/>
            <a:ext cx="147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C0392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7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10 个城市 IP 拟人，对话即接待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规则路由 + ReAct 工具调度，稳、快、可控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从自由问答、非遗互动到团建方案，闭环可用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下一步：接入更多城市 ｜ 非遗真实图片与音效 ｜ 向量检索增强 ｜ 小程序 / 多端落地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969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谢谢，请评委指正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